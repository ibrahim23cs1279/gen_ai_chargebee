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Proxima Nova"/>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roximaNova-regular.fntdata"/><Relationship Id="rId14" Type="http://schemas.openxmlformats.org/officeDocument/2006/relationships/slide" Target="slides/slide9.xml"/><Relationship Id="rId17" Type="http://schemas.openxmlformats.org/officeDocument/2006/relationships/font" Target="fonts/ProximaNova-italic.fntdata"/><Relationship Id="rId16" Type="http://schemas.openxmlformats.org/officeDocument/2006/relationships/font" Target="fonts/ProximaNova-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ProximaNova-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_AND_BODY_1">
    <p:spTree>
      <p:nvGrpSpPr>
        <p:cNvPr id="9" name="Shape 9"/>
        <p:cNvGrpSpPr/>
        <p:nvPr/>
      </p:nvGrpSpPr>
      <p:grpSpPr>
        <a:xfrm>
          <a:off x="0" y="0"/>
          <a:ext cx="0" cy="0"/>
          <a:chOff x="0" y="0"/>
          <a:chExt cx="0" cy="0"/>
        </a:xfrm>
      </p:grpSpPr>
      <p:sp>
        <p:nvSpPr>
          <p:cNvPr id="10" name="Google Shape;10;p2"/>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 name="Google Shape;12;p2"/>
          <p:cNvSpPr txBox="1"/>
          <p:nvPr>
            <p:ph idx="1" type="body"/>
          </p:nvPr>
        </p:nvSpPr>
        <p:spPr>
          <a:xfrm>
            <a:off x="311700" y="695275"/>
            <a:ext cx="8520600" cy="34164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sz="16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 name="Google Shape;13;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ctrTitle"/>
          </p:nvPr>
        </p:nvSpPr>
        <p:spPr>
          <a:xfrm>
            <a:off x="510450" y="1257300"/>
            <a:ext cx="8123100" cy="1588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17" name="Google Shape;17;p3"/>
          <p:cNvSpPr txBox="1"/>
          <p:nvPr>
            <p:ph idx="1" type="subTitle"/>
          </p:nvPr>
        </p:nvSpPr>
        <p:spPr>
          <a:xfrm>
            <a:off x="510450" y="3182313"/>
            <a:ext cx="8123100" cy="630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400"/>
              <a:buNone/>
              <a:defRPr sz="2400">
                <a:solidFill>
                  <a:schemeClr val="lt1"/>
                </a:solidFill>
              </a:defRPr>
            </a:lvl1pPr>
            <a:lvl2pPr lvl="1" algn="l">
              <a:lnSpc>
                <a:spcPct val="100000"/>
              </a:lnSpc>
              <a:spcBef>
                <a:spcPts val="0"/>
              </a:spcBef>
              <a:spcAft>
                <a:spcPts val="0"/>
              </a:spcAft>
              <a:buClr>
                <a:schemeClr val="lt1"/>
              </a:buClr>
              <a:buSzPts val="2400"/>
              <a:buNone/>
              <a:defRPr sz="2400">
                <a:solidFill>
                  <a:schemeClr val="lt1"/>
                </a:solidFill>
              </a:defRPr>
            </a:lvl2pPr>
            <a:lvl3pPr lvl="2" algn="l">
              <a:lnSpc>
                <a:spcPct val="100000"/>
              </a:lnSpc>
              <a:spcBef>
                <a:spcPts val="0"/>
              </a:spcBef>
              <a:spcAft>
                <a:spcPts val="0"/>
              </a:spcAft>
              <a:buClr>
                <a:schemeClr val="lt1"/>
              </a:buClr>
              <a:buSzPts val="2400"/>
              <a:buNone/>
              <a:defRPr sz="2400">
                <a:solidFill>
                  <a:schemeClr val="lt1"/>
                </a:solidFill>
              </a:defRPr>
            </a:lvl3pPr>
            <a:lvl4pPr lvl="3" algn="l">
              <a:lnSpc>
                <a:spcPct val="100000"/>
              </a:lnSpc>
              <a:spcBef>
                <a:spcPts val="0"/>
              </a:spcBef>
              <a:spcAft>
                <a:spcPts val="0"/>
              </a:spcAft>
              <a:buClr>
                <a:schemeClr val="lt1"/>
              </a:buClr>
              <a:buSzPts val="2400"/>
              <a:buNone/>
              <a:defRPr sz="2400">
                <a:solidFill>
                  <a:schemeClr val="lt1"/>
                </a:solidFill>
              </a:defRPr>
            </a:lvl4pPr>
            <a:lvl5pPr lvl="4" algn="l">
              <a:lnSpc>
                <a:spcPct val="100000"/>
              </a:lnSpc>
              <a:spcBef>
                <a:spcPts val="0"/>
              </a:spcBef>
              <a:spcAft>
                <a:spcPts val="0"/>
              </a:spcAft>
              <a:buClr>
                <a:schemeClr val="lt1"/>
              </a:buClr>
              <a:buSzPts val="2400"/>
              <a:buNone/>
              <a:defRPr sz="2400">
                <a:solidFill>
                  <a:schemeClr val="lt1"/>
                </a:solidFill>
              </a:defRPr>
            </a:lvl5pPr>
            <a:lvl6pPr lvl="5" algn="l">
              <a:lnSpc>
                <a:spcPct val="100000"/>
              </a:lnSpc>
              <a:spcBef>
                <a:spcPts val="0"/>
              </a:spcBef>
              <a:spcAft>
                <a:spcPts val="0"/>
              </a:spcAft>
              <a:buClr>
                <a:schemeClr val="lt1"/>
              </a:buClr>
              <a:buSzPts val="2400"/>
              <a:buNone/>
              <a:defRPr sz="2400">
                <a:solidFill>
                  <a:schemeClr val="lt1"/>
                </a:solidFill>
              </a:defRPr>
            </a:lvl6pPr>
            <a:lvl7pPr lvl="6" algn="l">
              <a:lnSpc>
                <a:spcPct val="100000"/>
              </a:lnSpc>
              <a:spcBef>
                <a:spcPts val="0"/>
              </a:spcBef>
              <a:spcAft>
                <a:spcPts val="0"/>
              </a:spcAft>
              <a:buClr>
                <a:schemeClr val="lt1"/>
              </a:buClr>
              <a:buSzPts val="2400"/>
              <a:buNone/>
              <a:defRPr sz="2400">
                <a:solidFill>
                  <a:schemeClr val="lt1"/>
                </a:solidFill>
              </a:defRPr>
            </a:lvl7pPr>
            <a:lvl8pPr lvl="7" algn="l">
              <a:lnSpc>
                <a:spcPct val="100000"/>
              </a:lnSpc>
              <a:spcBef>
                <a:spcPts val="0"/>
              </a:spcBef>
              <a:spcAft>
                <a:spcPts val="0"/>
              </a:spcAft>
              <a:buClr>
                <a:schemeClr val="lt1"/>
              </a:buClr>
              <a:buSzPts val="2400"/>
              <a:buNone/>
              <a:defRPr sz="2400">
                <a:solidFill>
                  <a:schemeClr val="lt1"/>
                </a:solidFill>
              </a:defRPr>
            </a:lvl8pPr>
            <a:lvl9pPr lvl="8" algn="l">
              <a:lnSpc>
                <a:spcPct val="100000"/>
              </a:lnSpc>
              <a:spcBef>
                <a:spcPts val="0"/>
              </a:spcBef>
              <a:spcAft>
                <a:spcPts val="0"/>
              </a:spcAft>
              <a:buClr>
                <a:schemeClr val="lt1"/>
              </a:buClr>
              <a:buSzPts val="2400"/>
              <a:buNone/>
              <a:defRPr sz="2400">
                <a:solidFill>
                  <a:schemeClr val="lt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8" name="Shape 18"/>
        <p:cNvGrpSpPr/>
        <p:nvPr/>
      </p:nvGrpSpPr>
      <p:grpSpPr>
        <a:xfrm>
          <a:off x="0" y="0"/>
          <a:ext cx="0" cy="0"/>
          <a:chOff x="0" y="0"/>
          <a:chExt cx="0" cy="0"/>
        </a:xfrm>
      </p:grpSpPr>
      <p:cxnSp>
        <p:nvCxnSpPr>
          <p:cNvPr id="19" name="Google Shape;19;p4"/>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20" name="Google Shape;20;p4"/>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21" name="Google Shape;21;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5"/>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5"/>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5"/>
          <p:cNvSpPr txBox="1"/>
          <p:nvPr>
            <p:ph idx="1" type="body"/>
          </p:nvPr>
        </p:nvSpPr>
        <p:spPr>
          <a:xfrm>
            <a:off x="311700" y="1304875"/>
            <a:ext cx="8520600" cy="34164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sz="16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6" name="Google Shape;26;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
        <p:nvSpPr>
          <p:cNvPr id="27" name="Google Shape;27;p5"/>
          <p:cNvSpPr txBox="1"/>
          <p:nvPr>
            <p:ph idx="2" type="subTitle"/>
          </p:nvPr>
        </p:nvSpPr>
        <p:spPr>
          <a:xfrm>
            <a:off x="387975" y="789025"/>
            <a:ext cx="8520600" cy="8331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SzPts val="1500"/>
              <a:buNone/>
              <a:defRPr sz="15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6"/>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6"/>
          <p:cNvSpPr txBox="1"/>
          <p:nvPr>
            <p:ph idx="1" type="body"/>
          </p:nvPr>
        </p:nvSpPr>
        <p:spPr>
          <a:xfrm>
            <a:off x="311700" y="13810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6"/>
          <p:cNvSpPr txBox="1"/>
          <p:nvPr>
            <p:ph idx="2" type="body"/>
          </p:nvPr>
        </p:nvSpPr>
        <p:spPr>
          <a:xfrm>
            <a:off x="4832400" y="13048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
        <p:nvSpPr>
          <p:cNvPr id="33" name="Google Shape;33;p6"/>
          <p:cNvSpPr txBox="1"/>
          <p:nvPr>
            <p:ph idx="3" type="subTitle"/>
          </p:nvPr>
        </p:nvSpPr>
        <p:spPr>
          <a:xfrm>
            <a:off x="386975" y="864000"/>
            <a:ext cx="8368200" cy="84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None/>
              <a:defRPr sz="1500"/>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34" name="Google Shape;34;p6"/>
          <p:cNvSpPr txBox="1"/>
          <p:nvPr>
            <p:ph idx="4" type="body"/>
          </p:nvPr>
        </p:nvSpPr>
        <p:spPr>
          <a:xfrm>
            <a:off x="4813725" y="3822525"/>
            <a:ext cx="3999900" cy="208200"/>
          </a:xfrm>
          <a:prstGeom prst="rect">
            <a:avLst/>
          </a:prstGeom>
          <a:noFill/>
          <a:ln>
            <a:noFill/>
          </a:ln>
        </p:spPr>
        <p:txBody>
          <a:bodyPr anchorCtr="0" anchor="t" bIns="91425" lIns="91425" spcFirstLastPara="1" rIns="91425" wrap="square" tIns="91425">
            <a:normAutofit/>
          </a:bodyPr>
          <a:lstStyle>
            <a:lvl1pPr indent="-273050" lvl="0" marL="457200" algn="r">
              <a:lnSpc>
                <a:spcPct val="115000"/>
              </a:lnSpc>
              <a:spcBef>
                <a:spcPts val="0"/>
              </a:spcBef>
              <a:spcAft>
                <a:spcPts val="0"/>
              </a:spcAft>
              <a:buSzPts val="700"/>
              <a:buChar char="●"/>
              <a:defRPr sz="700"/>
            </a:lvl1pPr>
            <a:lvl2pPr indent="-260350" lvl="1" marL="914400" algn="r">
              <a:lnSpc>
                <a:spcPct val="115000"/>
              </a:lnSpc>
              <a:spcBef>
                <a:spcPts val="0"/>
              </a:spcBef>
              <a:spcAft>
                <a:spcPts val="0"/>
              </a:spcAft>
              <a:buSzPts val="500"/>
              <a:buChar char="○"/>
              <a:defRPr sz="500"/>
            </a:lvl2pPr>
            <a:lvl3pPr indent="-260350" lvl="2" marL="1371600" algn="r">
              <a:lnSpc>
                <a:spcPct val="115000"/>
              </a:lnSpc>
              <a:spcBef>
                <a:spcPts val="0"/>
              </a:spcBef>
              <a:spcAft>
                <a:spcPts val="0"/>
              </a:spcAft>
              <a:buSzPts val="500"/>
              <a:buChar char="■"/>
              <a:defRPr sz="500"/>
            </a:lvl3pPr>
            <a:lvl4pPr indent="-260350" lvl="3" marL="1828800" algn="r">
              <a:lnSpc>
                <a:spcPct val="115000"/>
              </a:lnSpc>
              <a:spcBef>
                <a:spcPts val="0"/>
              </a:spcBef>
              <a:spcAft>
                <a:spcPts val="0"/>
              </a:spcAft>
              <a:buSzPts val="500"/>
              <a:buChar char="●"/>
              <a:defRPr sz="500"/>
            </a:lvl4pPr>
            <a:lvl5pPr indent="-260350" lvl="4" marL="2286000" algn="r">
              <a:lnSpc>
                <a:spcPct val="115000"/>
              </a:lnSpc>
              <a:spcBef>
                <a:spcPts val="0"/>
              </a:spcBef>
              <a:spcAft>
                <a:spcPts val="0"/>
              </a:spcAft>
              <a:buSzPts val="500"/>
              <a:buChar char="○"/>
              <a:defRPr sz="500"/>
            </a:lvl5pPr>
            <a:lvl6pPr indent="-260350" lvl="5" marL="2743200" algn="r">
              <a:lnSpc>
                <a:spcPct val="115000"/>
              </a:lnSpc>
              <a:spcBef>
                <a:spcPts val="0"/>
              </a:spcBef>
              <a:spcAft>
                <a:spcPts val="0"/>
              </a:spcAft>
              <a:buSzPts val="500"/>
              <a:buChar char="■"/>
              <a:defRPr sz="500"/>
            </a:lvl6pPr>
            <a:lvl7pPr indent="-260350" lvl="6" marL="3200400" algn="r">
              <a:lnSpc>
                <a:spcPct val="115000"/>
              </a:lnSpc>
              <a:spcBef>
                <a:spcPts val="0"/>
              </a:spcBef>
              <a:spcAft>
                <a:spcPts val="0"/>
              </a:spcAft>
              <a:buSzPts val="500"/>
              <a:buChar char="●"/>
              <a:defRPr sz="500"/>
            </a:lvl7pPr>
            <a:lvl8pPr indent="-260350" lvl="7" marL="3657600" algn="r">
              <a:lnSpc>
                <a:spcPct val="115000"/>
              </a:lnSpc>
              <a:spcBef>
                <a:spcPts val="0"/>
              </a:spcBef>
              <a:spcAft>
                <a:spcPts val="0"/>
              </a:spcAft>
              <a:buSzPts val="500"/>
              <a:buChar char="○"/>
              <a:defRPr sz="500"/>
            </a:lvl8pPr>
            <a:lvl9pPr indent="-260350" lvl="8" marL="4114800" algn="r">
              <a:lnSpc>
                <a:spcPct val="115000"/>
              </a:lnSpc>
              <a:spcBef>
                <a:spcPts val="0"/>
              </a:spcBef>
              <a:spcAft>
                <a:spcPts val="0"/>
              </a:spcAft>
              <a:buSzPts val="500"/>
              <a:buChar char="■"/>
              <a:defRPr sz="5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1" name="Google Shape;4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2" name="Shape 42"/>
        <p:cNvGrpSpPr/>
        <p:nvPr/>
      </p:nvGrpSpPr>
      <p:grpSpPr>
        <a:xfrm>
          <a:off x="0" y="0"/>
          <a:ext cx="0" cy="0"/>
          <a:chOff x="0" y="0"/>
          <a:chExt cx="0" cy="0"/>
        </a:xfrm>
      </p:grpSpPr>
      <p:sp>
        <p:nvSpPr>
          <p:cNvPr id="43" name="Google Shape;43;p9"/>
          <p:cNvSpPr txBox="1"/>
          <p:nvPr>
            <p:ph type="title"/>
          </p:nvPr>
        </p:nvSpPr>
        <p:spPr>
          <a:xfrm>
            <a:off x="490250" y="526350"/>
            <a:ext cx="57975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4" name="Google Shape;4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cxnSp>
        <p:nvCxnSpPr>
          <p:cNvPr id="46" name="Google Shape;46;p10"/>
          <p:cNvCxnSpPr/>
          <p:nvPr/>
        </p:nvCxnSpPr>
        <p:spPr>
          <a:xfrm>
            <a:off x="5029675" y="4495500"/>
            <a:ext cx="468300" cy="0"/>
          </a:xfrm>
          <a:prstGeom prst="straightConnector1">
            <a:avLst/>
          </a:prstGeom>
          <a:noFill/>
          <a:ln cap="flat" cmpd="sng" w="19050">
            <a:solidFill>
              <a:schemeClr val="dk1"/>
            </a:solidFill>
            <a:prstDash val="solid"/>
            <a:round/>
            <a:headEnd len="sm" w="sm" type="none"/>
            <a:tailEnd len="sm" w="sm" type="none"/>
          </a:ln>
        </p:spPr>
      </p:cxnSp>
      <p:sp>
        <p:nvSpPr>
          <p:cNvPr id="47" name="Google Shape;47;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
        <p:nvSpPr>
          <p:cNvPr id="48" name="Google Shape;48;p10"/>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9" name="Google Shape;49;p10"/>
          <p:cNvSpPr txBox="1"/>
          <p:nvPr>
            <p:ph idx="1" type="body"/>
          </p:nvPr>
        </p:nvSpPr>
        <p:spPr>
          <a:xfrm>
            <a:off x="311700" y="13048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0" name="Google Shape;50;p10"/>
          <p:cNvSpPr txBox="1"/>
          <p:nvPr>
            <p:ph idx="2" type="body"/>
          </p:nvPr>
        </p:nvSpPr>
        <p:spPr>
          <a:xfrm>
            <a:off x="4832400" y="13048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1" name="Google Shape;51;p10"/>
          <p:cNvSpPr txBox="1"/>
          <p:nvPr>
            <p:ph idx="3" type="subTitle"/>
          </p:nvPr>
        </p:nvSpPr>
        <p:spPr>
          <a:xfrm>
            <a:off x="386975" y="787800"/>
            <a:ext cx="8368200" cy="84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None/>
              <a:defRPr sz="1500"/>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52" name="Google Shape;52;p10"/>
          <p:cNvSpPr txBox="1"/>
          <p:nvPr>
            <p:ph idx="4" type="body"/>
          </p:nvPr>
        </p:nvSpPr>
        <p:spPr>
          <a:xfrm>
            <a:off x="4813725" y="3822525"/>
            <a:ext cx="3999900" cy="208200"/>
          </a:xfrm>
          <a:prstGeom prst="rect">
            <a:avLst/>
          </a:prstGeom>
          <a:noFill/>
          <a:ln>
            <a:noFill/>
          </a:ln>
        </p:spPr>
        <p:txBody>
          <a:bodyPr anchorCtr="0" anchor="t" bIns="91425" lIns="91425" spcFirstLastPara="1" rIns="91425" wrap="square" tIns="91425">
            <a:normAutofit/>
          </a:bodyPr>
          <a:lstStyle>
            <a:lvl1pPr indent="-273050" lvl="0" marL="457200" algn="r">
              <a:lnSpc>
                <a:spcPct val="115000"/>
              </a:lnSpc>
              <a:spcBef>
                <a:spcPts val="0"/>
              </a:spcBef>
              <a:spcAft>
                <a:spcPts val="0"/>
              </a:spcAft>
              <a:buSzPts val="700"/>
              <a:buChar char="●"/>
              <a:defRPr sz="700"/>
            </a:lvl1pPr>
            <a:lvl2pPr indent="-260350" lvl="1" marL="914400" algn="r">
              <a:lnSpc>
                <a:spcPct val="115000"/>
              </a:lnSpc>
              <a:spcBef>
                <a:spcPts val="0"/>
              </a:spcBef>
              <a:spcAft>
                <a:spcPts val="0"/>
              </a:spcAft>
              <a:buSzPts val="500"/>
              <a:buChar char="○"/>
              <a:defRPr sz="500"/>
            </a:lvl2pPr>
            <a:lvl3pPr indent="-260350" lvl="2" marL="1371600" algn="r">
              <a:lnSpc>
                <a:spcPct val="115000"/>
              </a:lnSpc>
              <a:spcBef>
                <a:spcPts val="0"/>
              </a:spcBef>
              <a:spcAft>
                <a:spcPts val="0"/>
              </a:spcAft>
              <a:buSzPts val="500"/>
              <a:buChar char="■"/>
              <a:defRPr sz="500"/>
            </a:lvl3pPr>
            <a:lvl4pPr indent="-260350" lvl="3" marL="1828800" algn="r">
              <a:lnSpc>
                <a:spcPct val="115000"/>
              </a:lnSpc>
              <a:spcBef>
                <a:spcPts val="0"/>
              </a:spcBef>
              <a:spcAft>
                <a:spcPts val="0"/>
              </a:spcAft>
              <a:buSzPts val="500"/>
              <a:buChar char="●"/>
              <a:defRPr sz="500"/>
            </a:lvl4pPr>
            <a:lvl5pPr indent="-260350" lvl="4" marL="2286000" algn="r">
              <a:lnSpc>
                <a:spcPct val="115000"/>
              </a:lnSpc>
              <a:spcBef>
                <a:spcPts val="0"/>
              </a:spcBef>
              <a:spcAft>
                <a:spcPts val="0"/>
              </a:spcAft>
              <a:buSzPts val="500"/>
              <a:buChar char="○"/>
              <a:defRPr sz="500"/>
            </a:lvl5pPr>
            <a:lvl6pPr indent="-260350" lvl="5" marL="2743200" algn="r">
              <a:lnSpc>
                <a:spcPct val="115000"/>
              </a:lnSpc>
              <a:spcBef>
                <a:spcPts val="0"/>
              </a:spcBef>
              <a:spcAft>
                <a:spcPts val="0"/>
              </a:spcAft>
              <a:buSzPts val="500"/>
              <a:buChar char="■"/>
              <a:defRPr sz="500"/>
            </a:lvl6pPr>
            <a:lvl7pPr indent="-260350" lvl="6" marL="3200400" algn="r">
              <a:lnSpc>
                <a:spcPct val="115000"/>
              </a:lnSpc>
              <a:spcBef>
                <a:spcPts val="0"/>
              </a:spcBef>
              <a:spcAft>
                <a:spcPts val="0"/>
              </a:spcAft>
              <a:buSzPts val="500"/>
              <a:buChar char="●"/>
              <a:defRPr sz="500"/>
            </a:lvl7pPr>
            <a:lvl8pPr indent="-260350" lvl="7" marL="3657600" algn="r">
              <a:lnSpc>
                <a:spcPct val="115000"/>
              </a:lnSpc>
              <a:spcBef>
                <a:spcPts val="0"/>
              </a:spcBef>
              <a:spcAft>
                <a:spcPts val="0"/>
              </a:spcAft>
              <a:buSzPts val="500"/>
              <a:buChar char="○"/>
              <a:defRPr sz="500"/>
            </a:lvl8pPr>
            <a:lvl9pPr indent="-260350" lvl="8" marL="4114800" algn="r">
              <a:lnSpc>
                <a:spcPct val="115000"/>
              </a:lnSpc>
              <a:spcBef>
                <a:spcPts val="0"/>
              </a:spcBef>
              <a:spcAft>
                <a:spcPts val="0"/>
              </a:spcAft>
              <a:buSzPts val="500"/>
              <a:buChar char="■"/>
              <a:defRPr sz="500"/>
            </a:lvl9pPr>
          </a:lstStyle>
          <a:p/>
        </p:txBody>
      </p:sp>
      <p:sp>
        <p:nvSpPr>
          <p:cNvPr id="53" name="Google Shape;53;p10"/>
          <p:cNvSpPr txBox="1"/>
          <p:nvPr>
            <p:ph idx="5"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1"/>
          <p:cNvSpPr txBox="1"/>
          <p:nvPr>
            <p:ph idx="1" type="body"/>
          </p:nvPr>
        </p:nvSpPr>
        <p:spPr>
          <a:xfrm>
            <a:off x="311700" y="42368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None/>
              <a:defRPr sz="2100"/>
            </a:lvl1pPr>
          </a:lstStyle>
          <a:p/>
        </p:txBody>
      </p:sp>
      <p:sp>
        <p:nvSpPr>
          <p:cNvPr id="56" name="Google Shape;56;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7" name="Shape 57"/>
        <p:cNvGrpSpPr/>
        <p:nvPr/>
      </p:nvGrpSpPr>
      <p:grpSpPr>
        <a:xfrm>
          <a:off x="0" y="0"/>
          <a:ext cx="0" cy="0"/>
          <a:chOff x="0" y="0"/>
          <a:chExt cx="0" cy="0"/>
        </a:xfrm>
      </p:grpSpPr>
      <p:sp>
        <p:nvSpPr>
          <p:cNvPr id="58" name="Google Shape;58;p12"/>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2"/>
          <p:cNvSpPr txBox="1"/>
          <p:nvPr>
            <p:ph hasCustomPrompt="1" type="title"/>
          </p:nvPr>
        </p:nvSpPr>
        <p:spPr>
          <a:xfrm>
            <a:off x="311700" y="991475"/>
            <a:ext cx="8520600" cy="1917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14000"/>
              <a:buNone/>
              <a:defRPr b="1" sz="14000"/>
            </a:lvl1pPr>
            <a:lvl2pPr lvl="1" algn="ctr">
              <a:lnSpc>
                <a:spcPct val="100000"/>
              </a:lnSpc>
              <a:spcBef>
                <a:spcPts val="0"/>
              </a:spcBef>
              <a:spcAft>
                <a:spcPts val="0"/>
              </a:spcAft>
              <a:buSzPts val="14000"/>
              <a:buNone/>
              <a:defRPr b="1" sz="14000"/>
            </a:lvl2pPr>
            <a:lvl3pPr lvl="2" algn="ctr">
              <a:lnSpc>
                <a:spcPct val="100000"/>
              </a:lnSpc>
              <a:spcBef>
                <a:spcPts val="0"/>
              </a:spcBef>
              <a:spcAft>
                <a:spcPts val="0"/>
              </a:spcAft>
              <a:buSzPts val="14000"/>
              <a:buNone/>
              <a:defRPr b="1" sz="14000"/>
            </a:lvl3pPr>
            <a:lvl4pPr lvl="3" algn="ctr">
              <a:lnSpc>
                <a:spcPct val="100000"/>
              </a:lnSpc>
              <a:spcBef>
                <a:spcPts val="0"/>
              </a:spcBef>
              <a:spcAft>
                <a:spcPts val="0"/>
              </a:spcAft>
              <a:buSzPts val="14000"/>
              <a:buNone/>
              <a:defRPr b="1" sz="14000"/>
            </a:lvl4pPr>
            <a:lvl5pPr lvl="4" algn="ctr">
              <a:lnSpc>
                <a:spcPct val="100000"/>
              </a:lnSpc>
              <a:spcBef>
                <a:spcPts val="0"/>
              </a:spcBef>
              <a:spcAft>
                <a:spcPts val="0"/>
              </a:spcAft>
              <a:buSzPts val="14000"/>
              <a:buNone/>
              <a:defRPr b="1" sz="14000"/>
            </a:lvl5pPr>
            <a:lvl6pPr lvl="5" algn="ctr">
              <a:lnSpc>
                <a:spcPct val="100000"/>
              </a:lnSpc>
              <a:spcBef>
                <a:spcPts val="0"/>
              </a:spcBef>
              <a:spcAft>
                <a:spcPts val="0"/>
              </a:spcAft>
              <a:buSzPts val="14000"/>
              <a:buNone/>
              <a:defRPr b="1" sz="14000"/>
            </a:lvl6pPr>
            <a:lvl7pPr lvl="6" algn="ctr">
              <a:lnSpc>
                <a:spcPct val="100000"/>
              </a:lnSpc>
              <a:spcBef>
                <a:spcPts val="0"/>
              </a:spcBef>
              <a:spcAft>
                <a:spcPts val="0"/>
              </a:spcAft>
              <a:buSzPts val="14000"/>
              <a:buNone/>
              <a:defRPr b="1" sz="14000"/>
            </a:lvl7pPr>
            <a:lvl8pPr lvl="7" algn="ctr">
              <a:lnSpc>
                <a:spcPct val="100000"/>
              </a:lnSpc>
              <a:spcBef>
                <a:spcPts val="0"/>
              </a:spcBef>
              <a:spcAft>
                <a:spcPts val="0"/>
              </a:spcAft>
              <a:buSzPts val="14000"/>
              <a:buNone/>
              <a:defRPr b="1" sz="14000"/>
            </a:lvl8pPr>
            <a:lvl9pPr lvl="8" algn="ctr">
              <a:lnSpc>
                <a:spcPct val="100000"/>
              </a:lnSpc>
              <a:spcBef>
                <a:spcPts val="0"/>
              </a:spcBef>
              <a:spcAft>
                <a:spcPts val="0"/>
              </a:spcAft>
              <a:buSzPts val="14000"/>
              <a:buNone/>
              <a:defRPr b="1" sz="14000"/>
            </a:lvl9pPr>
          </a:lstStyle>
          <a:p>
            <a:r>
              <a:t>xx%</a:t>
            </a:r>
          </a:p>
        </p:txBody>
      </p:sp>
      <p:sp>
        <p:nvSpPr>
          <p:cNvPr id="60" name="Google Shape;60;p12"/>
          <p:cNvSpPr txBox="1"/>
          <p:nvPr>
            <p:ph idx="1" type="body"/>
          </p:nvPr>
        </p:nvSpPr>
        <p:spPr>
          <a:xfrm>
            <a:off x="311700" y="3071300"/>
            <a:ext cx="8520600" cy="901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1" name="Google Shape;61;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2pPr>
            <a:lvl3pPr lvl="2"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3pPr>
            <a:lvl4pPr lvl="3"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4pPr>
            <a:lvl5pPr lvl="4"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5pPr>
            <a:lvl6pPr lvl="5"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6pPr>
            <a:lvl7pPr lvl="6"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7pPr>
            <a:lvl8pPr lvl="7"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8pPr>
            <a:lvl9pPr lvl="8"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accent3"/>
              </a:buClr>
              <a:buSzPts val="1800"/>
              <a:buFont typeface="Proxima Nova"/>
              <a:buChar char="●"/>
              <a:defRPr b="0" i="0" sz="1800" u="none" cap="none" strike="noStrike">
                <a:solidFill>
                  <a:schemeClr val="accent3"/>
                </a:solidFill>
                <a:latin typeface="Proxima Nova"/>
                <a:ea typeface="Proxima Nova"/>
                <a:cs typeface="Proxima Nova"/>
                <a:sym typeface="Proxima Nova"/>
              </a:defRPr>
            </a:lvl1pPr>
            <a:lvl2pPr indent="-317500" lvl="1" marL="9144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2pPr>
            <a:lvl3pPr indent="-317500" lvl="2" marL="13716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3pPr>
            <a:lvl4pPr indent="-317500" lvl="3" marL="18288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4pPr>
            <a:lvl5pPr indent="-317500" lvl="4" marL="22860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5pPr>
            <a:lvl6pPr indent="-317500" lvl="5" marL="27432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6pPr>
            <a:lvl7pPr indent="-317500" lvl="6" marL="32004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7pPr>
            <a:lvl8pPr indent="-317500" lvl="7" marL="36576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8pPr>
            <a:lvl9pPr indent="-317500" lvl="8" marL="41148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Introduction to Unsupervised Learning</a:t>
            </a:r>
            <a:endParaRPr/>
          </a:p>
        </p:txBody>
      </p:sp>
      <p:sp>
        <p:nvSpPr>
          <p:cNvPr id="69" name="Google Shape;69;p14"/>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0" name="Google Shape;70;p14"/>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71" name="Google Shape;71;p14"/>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 name="Google Shape;72;p14"/>
          <p:cNvSpPr txBox="1"/>
          <p:nvPr/>
        </p:nvSpPr>
        <p:spPr>
          <a:xfrm>
            <a:off x="228600" y="1508670"/>
            <a:ext cx="8686800" cy="2049900"/>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Definition:</a:t>
            </a:r>
            <a:r>
              <a:rPr b="0" i="0" lang="en-US" sz="1300" u="none" cap="none" strike="noStrike">
                <a:solidFill>
                  <a:srgbClr val="616161"/>
                </a:solidFill>
                <a:latin typeface="Proxima Nova"/>
                <a:ea typeface="Proxima Nova"/>
                <a:cs typeface="Proxima Nova"/>
                <a:sym typeface="Proxima Nova"/>
              </a:rPr>
              <a:t> </a:t>
            </a:r>
            <a:r>
              <a:rPr lang="en-US" sz="1300">
                <a:solidFill>
                  <a:srgbClr val="616161"/>
                </a:solidFill>
                <a:latin typeface="Proxima Nova"/>
                <a:ea typeface="Proxima Nova"/>
                <a:cs typeface="Proxima Nova"/>
                <a:sym typeface="Proxima Nova"/>
              </a:rPr>
              <a:t>Unsupervised learning is a type of machine learning where the algorithm learns patterns from input data without labeled responses or explicit feedback. Unlike supervised learning, where the algorithm learns from labeled examples, unsupervised learning algorithms explore the data and draw inferences or discover structures on their own.</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Goal:</a:t>
            </a:r>
            <a:r>
              <a:rPr b="0" i="0" lang="en-US" sz="1300" u="none" cap="none" strike="noStrike">
                <a:solidFill>
                  <a:srgbClr val="616161"/>
                </a:solidFill>
                <a:latin typeface="Proxima Nova"/>
                <a:ea typeface="Proxima Nova"/>
                <a:cs typeface="Proxima Nova"/>
                <a:sym typeface="Proxima Nova"/>
              </a:rPr>
              <a:t> </a:t>
            </a:r>
            <a:r>
              <a:rPr lang="en-US" sz="1300">
                <a:solidFill>
                  <a:srgbClr val="616161"/>
                </a:solidFill>
                <a:latin typeface="Proxima Nova"/>
                <a:ea typeface="Proxima Nova"/>
                <a:cs typeface="Proxima Nova"/>
                <a:sym typeface="Proxima Nova"/>
              </a:rPr>
              <a:t>The primary goal of unsupervised learning is to uncover hidden patterns or structures within data without the need for labeled responses or explicit guidance. Unlike supervised learning, where algorithms are trained on labeled examples to make predictions or classifications, unsupervised learning algorithms explore data autonomously.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Key Concepts in Unsupervised Learning</a:t>
            </a:r>
            <a:endParaRPr/>
          </a:p>
        </p:txBody>
      </p:sp>
      <p:sp>
        <p:nvSpPr>
          <p:cNvPr id="78" name="Google Shape;78;p15"/>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 name="Google Shape;79;p15"/>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80" name="Google Shape;80;p15"/>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 name="Google Shape;81;p15"/>
          <p:cNvSpPr txBox="1"/>
          <p:nvPr/>
        </p:nvSpPr>
        <p:spPr>
          <a:xfrm>
            <a:off x="228600" y="1508670"/>
            <a:ext cx="8686800" cy="1803600"/>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Unlabeled Data:</a:t>
            </a:r>
            <a:r>
              <a:rPr b="0" i="0" lang="en-US" sz="1300" u="none" cap="none" strike="noStrike">
                <a:solidFill>
                  <a:srgbClr val="616161"/>
                </a:solidFill>
                <a:latin typeface="Proxima Nova"/>
                <a:ea typeface="Proxima Nova"/>
                <a:cs typeface="Proxima Nova"/>
                <a:sym typeface="Proxima Nova"/>
              </a:rPr>
              <a:t> Data without predefined categories or labels.</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Clustering:</a:t>
            </a:r>
            <a:r>
              <a:rPr b="0" i="0" lang="en-US" sz="1300" u="none" cap="none" strike="noStrike">
                <a:solidFill>
                  <a:srgbClr val="616161"/>
                </a:solidFill>
                <a:latin typeface="Proxima Nova"/>
                <a:ea typeface="Proxima Nova"/>
                <a:cs typeface="Proxima Nova"/>
                <a:sym typeface="Proxima Nova"/>
              </a:rPr>
              <a:t> </a:t>
            </a:r>
            <a:r>
              <a:rPr lang="en-US" sz="1300">
                <a:solidFill>
                  <a:srgbClr val="616161"/>
                </a:solidFill>
                <a:latin typeface="Proxima Nova"/>
                <a:ea typeface="Proxima Nova"/>
                <a:cs typeface="Proxima Nova"/>
                <a:sym typeface="Proxima Nova"/>
              </a:rPr>
              <a:t>Grouping similar instances together based on their features. Clustering algorithms include k-means, DBSCAN (Density-Based Spatial Clustering of Applications with Noise), and hierarchical clustering.</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Dimensionality Reduction:</a:t>
            </a:r>
            <a:r>
              <a:rPr b="0" i="0" lang="en-US" sz="1300" u="none" cap="none" strike="noStrike">
                <a:solidFill>
                  <a:srgbClr val="616161"/>
                </a:solidFill>
                <a:latin typeface="Proxima Nova"/>
                <a:ea typeface="Proxima Nova"/>
                <a:cs typeface="Proxima Nova"/>
                <a:sym typeface="Proxima Nova"/>
              </a:rPr>
              <a:t> </a:t>
            </a:r>
            <a:r>
              <a:rPr lang="en-US" sz="1300">
                <a:solidFill>
                  <a:srgbClr val="616161"/>
                </a:solidFill>
                <a:latin typeface="Proxima Nova"/>
                <a:ea typeface="Proxima Nova"/>
                <a:cs typeface="Proxima Nova"/>
                <a:sym typeface="Proxima Nova"/>
              </a:rPr>
              <a:t>Reducing the number of random variables under consideration to obtain a set of principal variables. Techniques like Principal Component Analysis (PCA), t-SNE (t-Distributed Stochastic Neighbor Embedding), and Autoencoders are used for dimensionality reduction.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Types of Unsupervised Learning Algorithms</a:t>
            </a:r>
            <a:endParaRPr/>
          </a:p>
        </p:txBody>
      </p:sp>
      <p:sp>
        <p:nvSpPr>
          <p:cNvPr id="87" name="Google Shape;87;p16"/>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 name="Google Shape;88;p16"/>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89" name="Google Shape;89;p16"/>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0" name="Google Shape;90;p16"/>
          <p:cNvSpPr txBox="1"/>
          <p:nvPr/>
        </p:nvSpPr>
        <p:spPr>
          <a:xfrm>
            <a:off x="228600" y="1095720"/>
            <a:ext cx="8686800" cy="1203300"/>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Clustering Algorithms:</a:t>
            </a:r>
            <a:r>
              <a:rPr b="0" i="0" lang="en-US" sz="1300" u="none" cap="none" strike="noStrike">
                <a:solidFill>
                  <a:srgbClr val="616161"/>
                </a:solidFill>
                <a:latin typeface="Proxima Nova"/>
                <a:ea typeface="Proxima Nova"/>
                <a:cs typeface="Proxima Nova"/>
                <a:sym typeface="Proxima Nova"/>
              </a:rPr>
              <a:t> Algorithms that group similar data points (e.g., k-means, hierarchical clustering).</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Association Algorithms:</a:t>
            </a:r>
            <a:r>
              <a:rPr b="0" i="0" lang="en-US" sz="1300" u="none" cap="none" strike="noStrike">
                <a:solidFill>
                  <a:srgbClr val="616161"/>
                </a:solidFill>
                <a:latin typeface="Proxima Nova"/>
                <a:ea typeface="Proxima Nova"/>
                <a:cs typeface="Proxima Nova"/>
                <a:sym typeface="Proxima Nova"/>
              </a:rPr>
              <a:t> Algorithms that find rules that describe large portions of data (e.g., Apriori, Eclat).</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Dimensionality Reduction Algorithms:</a:t>
            </a:r>
            <a:r>
              <a:rPr b="0" i="0" lang="en-US" sz="1300" u="none" cap="none" strike="noStrike">
                <a:solidFill>
                  <a:srgbClr val="616161"/>
                </a:solidFill>
                <a:latin typeface="Proxima Nova"/>
                <a:ea typeface="Proxima Nova"/>
                <a:cs typeface="Proxima Nova"/>
                <a:sym typeface="Proxima Nova"/>
              </a:rPr>
              <a:t> Algorithms that reduce the number of random variables (e.g., PCA, t-SNE).</a:t>
            </a:r>
            <a:endParaRPr/>
          </a:p>
        </p:txBody>
      </p:sp>
      <p:pic>
        <p:nvPicPr>
          <p:cNvPr id="91" name="Google Shape;91;p16"/>
          <p:cNvPicPr preferRelativeResize="0"/>
          <p:nvPr/>
        </p:nvPicPr>
        <p:blipFill>
          <a:blip r:embed="rId3">
            <a:alphaModFix/>
          </a:blip>
          <a:stretch>
            <a:fillRect/>
          </a:stretch>
        </p:blipFill>
        <p:spPr>
          <a:xfrm>
            <a:off x="2222100" y="2246675"/>
            <a:ext cx="4798150" cy="2698951"/>
          </a:xfrm>
          <a:prstGeom prst="rect">
            <a:avLst/>
          </a:prstGeom>
          <a:solidFill>
            <a:srgbClr val="000000">
              <a:alpha val="0"/>
            </a:srgbClr>
          </a:solid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Clustering</a:t>
            </a:r>
            <a:endParaRPr/>
          </a:p>
        </p:txBody>
      </p:sp>
      <p:sp>
        <p:nvSpPr>
          <p:cNvPr id="97" name="Google Shape;97;p17"/>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8" name="Google Shape;98;p17"/>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99" name="Google Shape;99;p17"/>
          <p:cNvSpPr/>
          <p:nvPr/>
        </p:nvSpPr>
        <p:spPr>
          <a:xfrm>
            <a:off x="228600" y="1508670"/>
            <a:ext cx="8686800"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0" name="Google Shape;100;p17"/>
          <p:cNvSpPr/>
          <p:nvPr/>
        </p:nvSpPr>
        <p:spPr>
          <a:xfrm>
            <a:off x="2286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1" name="Google Shape;101;p17"/>
          <p:cNvSpPr txBox="1"/>
          <p:nvPr/>
        </p:nvSpPr>
        <p:spPr>
          <a:xfrm>
            <a:off x="228600" y="1508670"/>
            <a:ext cx="4190999" cy="1782663"/>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Definition:</a:t>
            </a:r>
            <a:r>
              <a:rPr b="0" i="0" lang="en-US" sz="1300" u="none" cap="none" strike="noStrike">
                <a:solidFill>
                  <a:srgbClr val="616161"/>
                </a:solidFill>
                <a:latin typeface="Proxima Nova"/>
                <a:ea typeface="Proxima Nova"/>
                <a:cs typeface="Proxima Nova"/>
                <a:sym typeface="Proxima Nova"/>
              </a:rPr>
              <a:t> Clustering is the task of dividing the population or data points into a number of groups such that data points in the same groups are more similar to other data points in the same group than those in other groups.</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Popular Algorithms:</a:t>
            </a:r>
            <a:r>
              <a:rPr b="0" i="0" lang="en-US" sz="1300" u="none" cap="none" strike="noStrike">
                <a:solidFill>
                  <a:srgbClr val="616161"/>
                </a:solidFill>
                <a:latin typeface="Proxima Nova"/>
                <a:ea typeface="Proxima Nova"/>
                <a:cs typeface="Proxima Nova"/>
                <a:sym typeface="Proxima Nova"/>
              </a:rPr>
              <a:t> k-means, hierarchical clustering, DBSCAN.</a:t>
            </a:r>
            <a:endParaRPr/>
          </a:p>
        </p:txBody>
      </p:sp>
      <p:sp>
        <p:nvSpPr>
          <p:cNvPr id="102" name="Google Shape;102;p17"/>
          <p:cNvSpPr/>
          <p:nvPr/>
        </p:nvSpPr>
        <p:spPr>
          <a:xfrm>
            <a:off x="47244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3" name="Google Shape;103;p17"/>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4" name="Google Shape;104;p17"/>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5" name="Google Shape;105;p17"/>
          <p:cNvSpPr txBox="1"/>
          <p:nvPr/>
        </p:nvSpPr>
        <p:spPr>
          <a:xfrm>
            <a:off x="4724400" y="3944242"/>
            <a:ext cx="41910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a:p>
        </p:txBody>
      </p:sp>
      <p:pic>
        <p:nvPicPr>
          <p:cNvPr id="106" name="Google Shape;106;p17"/>
          <p:cNvPicPr preferRelativeResize="0"/>
          <p:nvPr/>
        </p:nvPicPr>
        <p:blipFill>
          <a:blip r:embed="rId3">
            <a:alphaModFix/>
          </a:blip>
          <a:stretch>
            <a:fillRect/>
          </a:stretch>
        </p:blipFill>
        <p:spPr>
          <a:xfrm>
            <a:off x="4324025" y="1453875"/>
            <a:ext cx="4754076" cy="1997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Dimensionality Reduction</a:t>
            </a:r>
            <a:endParaRPr/>
          </a:p>
        </p:txBody>
      </p:sp>
      <p:sp>
        <p:nvSpPr>
          <p:cNvPr id="112" name="Google Shape;112;p18"/>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3" name="Google Shape;113;p18"/>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114" name="Google Shape;114;p18"/>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5" name="Google Shape;115;p18"/>
          <p:cNvSpPr txBox="1"/>
          <p:nvPr/>
        </p:nvSpPr>
        <p:spPr>
          <a:xfrm>
            <a:off x="228600" y="1508670"/>
            <a:ext cx="8686800" cy="1249200"/>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Definition:</a:t>
            </a:r>
            <a:r>
              <a:rPr b="0" i="0" lang="en-US" sz="1300" u="none" cap="none" strike="noStrike">
                <a:solidFill>
                  <a:srgbClr val="616161"/>
                </a:solidFill>
                <a:latin typeface="Proxima Nova"/>
                <a:ea typeface="Proxima Nova"/>
                <a:cs typeface="Proxima Nova"/>
                <a:sym typeface="Proxima Nova"/>
              </a:rPr>
              <a:t> </a:t>
            </a:r>
            <a:r>
              <a:rPr lang="en-US" sz="1300">
                <a:solidFill>
                  <a:srgbClr val="616161"/>
                </a:solidFill>
                <a:latin typeface="Proxima Nova"/>
                <a:ea typeface="Proxima Nova"/>
                <a:cs typeface="Proxima Nova"/>
                <a:sym typeface="Proxima Nova"/>
              </a:rPr>
              <a:t>Dimensionality reduction refers to the process of reducing the number of random variables under consideration, often with the goal of capturing as much relevant information as possible in a dataset. This process is crucial in data preprocessing and analysis</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Popular Techniques:</a:t>
            </a:r>
            <a:r>
              <a:rPr b="0" i="0" lang="en-US" sz="1300" u="none" cap="none" strike="noStrike">
                <a:solidFill>
                  <a:srgbClr val="616161"/>
                </a:solidFill>
                <a:latin typeface="Proxima Nova"/>
                <a:ea typeface="Proxima Nova"/>
                <a:cs typeface="Proxima Nova"/>
                <a:sym typeface="Proxima Nova"/>
              </a:rPr>
              <a:t> Principal Component Analysis (PCA), t-Distributed Stochastic Neighbor Embedding (t-SNE).</a:t>
            </a:r>
            <a:endParaRPr/>
          </a:p>
        </p:txBody>
      </p:sp>
      <p:pic>
        <p:nvPicPr>
          <p:cNvPr id="116" name="Google Shape;116;p18"/>
          <p:cNvPicPr preferRelativeResize="0"/>
          <p:nvPr/>
        </p:nvPicPr>
        <p:blipFill>
          <a:blip r:embed="rId3">
            <a:alphaModFix/>
          </a:blip>
          <a:stretch>
            <a:fillRect/>
          </a:stretch>
        </p:blipFill>
        <p:spPr>
          <a:xfrm>
            <a:off x="2384050" y="2464525"/>
            <a:ext cx="4375900" cy="2461451"/>
          </a:xfrm>
          <a:prstGeom prst="rect">
            <a:avLst/>
          </a:prstGeom>
          <a:solidFill>
            <a:srgbClr val="000000">
              <a:alpha val="0"/>
            </a:srgbClr>
          </a:solid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Anomaly Detection</a:t>
            </a:r>
            <a:endParaRPr/>
          </a:p>
        </p:txBody>
      </p:sp>
      <p:sp>
        <p:nvSpPr>
          <p:cNvPr id="122" name="Google Shape;122;p19"/>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3" name="Google Shape;123;p19"/>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124" name="Google Shape;124;p19"/>
          <p:cNvSpPr/>
          <p:nvPr/>
        </p:nvSpPr>
        <p:spPr>
          <a:xfrm>
            <a:off x="228600" y="1508670"/>
            <a:ext cx="8686800"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5" name="Google Shape;125;p19"/>
          <p:cNvSpPr/>
          <p:nvPr/>
        </p:nvSpPr>
        <p:spPr>
          <a:xfrm>
            <a:off x="2286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6" name="Google Shape;126;p19"/>
          <p:cNvSpPr txBox="1"/>
          <p:nvPr/>
        </p:nvSpPr>
        <p:spPr>
          <a:xfrm>
            <a:off x="228600" y="1508670"/>
            <a:ext cx="4191000" cy="2450100"/>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Definition:</a:t>
            </a:r>
            <a:r>
              <a:rPr b="0" i="0" lang="en-US" sz="1300" u="none" cap="none" strike="noStrike">
                <a:solidFill>
                  <a:srgbClr val="616161"/>
                </a:solidFill>
                <a:latin typeface="Proxima Nova"/>
                <a:ea typeface="Proxima Nova"/>
                <a:cs typeface="Proxima Nova"/>
                <a:sym typeface="Proxima Nova"/>
              </a:rPr>
              <a:t> </a:t>
            </a:r>
            <a:r>
              <a:rPr lang="en-US" sz="1300">
                <a:solidFill>
                  <a:srgbClr val="616161"/>
                </a:solidFill>
                <a:latin typeface="Proxima Nova"/>
                <a:ea typeface="Proxima Nova"/>
                <a:cs typeface="Proxima Nova"/>
                <a:sym typeface="Proxima Nova"/>
              </a:rPr>
              <a:t>Anomaly detection, also known as outlier detection, is a technique used in data mining and machine learning to identify observations or instances that deviate significantly from the majority of the data. These anomalies can represent critical events, errors, or unusual patterns that require special attention due to their potential significance or peculiarity.</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Application:</a:t>
            </a:r>
            <a:r>
              <a:rPr b="0" i="0" lang="en-US" sz="1300" u="none" cap="none" strike="noStrike">
                <a:solidFill>
                  <a:srgbClr val="616161"/>
                </a:solidFill>
                <a:latin typeface="Proxima Nova"/>
                <a:ea typeface="Proxima Nova"/>
                <a:cs typeface="Proxima Nova"/>
                <a:sym typeface="Proxima Nova"/>
              </a:rPr>
              <a:t> Used in fraud detection, network security, and fault detection.</a:t>
            </a:r>
            <a:endParaRPr/>
          </a:p>
        </p:txBody>
      </p:sp>
      <p:sp>
        <p:nvSpPr>
          <p:cNvPr id="127" name="Google Shape;127;p19"/>
          <p:cNvSpPr/>
          <p:nvPr/>
        </p:nvSpPr>
        <p:spPr>
          <a:xfrm>
            <a:off x="47244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8" name="Google Shape;128;p19"/>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9" name="Google Shape;129;p19"/>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30" name="Google Shape;130;p19"/>
          <p:cNvPicPr preferRelativeResize="0"/>
          <p:nvPr/>
        </p:nvPicPr>
        <p:blipFill>
          <a:blip r:embed="rId3">
            <a:alphaModFix/>
          </a:blip>
          <a:stretch>
            <a:fillRect/>
          </a:stretch>
        </p:blipFill>
        <p:spPr>
          <a:xfrm>
            <a:off x="4419596" y="1342575"/>
            <a:ext cx="4378127" cy="292017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Principal Component Analysis (PCA)</a:t>
            </a:r>
            <a:endParaRPr/>
          </a:p>
        </p:txBody>
      </p:sp>
      <p:sp>
        <p:nvSpPr>
          <p:cNvPr id="136" name="Google Shape;136;p20"/>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 name="Google Shape;137;p20"/>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138" name="Google Shape;138;p20"/>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9" name="Google Shape;139;p20"/>
          <p:cNvSpPr txBox="1"/>
          <p:nvPr/>
        </p:nvSpPr>
        <p:spPr>
          <a:xfrm>
            <a:off x="228600" y="908920"/>
            <a:ext cx="8686800" cy="1449600"/>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Definition:</a:t>
            </a:r>
            <a:r>
              <a:rPr b="0" i="0" lang="en-US" sz="1300" u="none" cap="none" strike="noStrike">
                <a:solidFill>
                  <a:srgbClr val="616161"/>
                </a:solidFill>
                <a:latin typeface="Proxima Nova"/>
                <a:ea typeface="Proxima Nova"/>
                <a:cs typeface="Proxima Nova"/>
                <a:sym typeface="Proxima Nova"/>
              </a:rPr>
              <a:t> </a:t>
            </a:r>
            <a:r>
              <a:rPr lang="en-US" sz="1300">
                <a:solidFill>
                  <a:srgbClr val="616161"/>
                </a:solidFill>
                <a:latin typeface="Proxima Nova"/>
                <a:ea typeface="Proxima Nova"/>
                <a:cs typeface="Proxima Nova"/>
                <a:sym typeface="Proxima Nova"/>
              </a:rPr>
              <a:t>PCA, or Principal Component Analysis, is a widely used technique in data analysis and machine learning for dimensionality reduction. It's primarily used to simplify datasets by reducing the number of variables (or dimensions) while retaining as much variance as possible. </a:t>
            </a:r>
            <a:endParaRPr sz="1300">
              <a:solidFill>
                <a:srgbClr val="616161"/>
              </a:solidFill>
              <a:latin typeface="Proxima Nova"/>
              <a:ea typeface="Proxima Nova"/>
              <a:cs typeface="Proxima Nova"/>
              <a:sym typeface="Proxima Nova"/>
            </a:endParaRPr>
          </a:p>
          <a:p>
            <a:pPr indent="0" lvl="0" marL="457200" marR="0" rtl="0" algn="l">
              <a:lnSpc>
                <a:spcPct val="100000"/>
              </a:lnSpc>
              <a:spcBef>
                <a:spcPts val="0"/>
              </a:spcBef>
              <a:spcAft>
                <a:spcPts val="0"/>
              </a:spcAft>
              <a:buNone/>
            </a:pPr>
            <a:r>
              <a:t/>
            </a:r>
            <a:endParaRPr sz="1300">
              <a:solidFill>
                <a:srgbClr val="616161"/>
              </a:solidFill>
              <a:latin typeface="Proxima Nova"/>
              <a:ea typeface="Proxima Nova"/>
              <a:cs typeface="Proxima Nova"/>
              <a:sym typeface="Proxima Nova"/>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Application:</a:t>
            </a:r>
            <a:r>
              <a:rPr b="0" i="0" lang="en-US" sz="1300" u="none" cap="none" strike="noStrike">
                <a:solidFill>
                  <a:srgbClr val="616161"/>
                </a:solidFill>
                <a:latin typeface="Proxima Nova"/>
                <a:ea typeface="Proxima Nova"/>
                <a:cs typeface="Proxima Nova"/>
                <a:sym typeface="Proxima Nova"/>
              </a:rPr>
              <a:t> Used to simplify data, reduce noise, and highlight differences.</a:t>
            </a:r>
            <a:endParaRPr/>
          </a:p>
        </p:txBody>
      </p:sp>
      <p:pic>
        <p:nvPicPr>
          <p:cNvPr id="140" name="Google Shape;140;p20"/>
          <p:cNvPicPr preferRelativeResize="0"/>
          <p:nvPr/>
        </p:nvPicPr>
        <p:blipFill>
          <a:blip r:embed="rId3">
            <a:alphaModFix/>
          </a:blip>
          <a:stretch>
            <a:fillRect/>
          </a:stretch>
        </p:blipFill>
        <p:spPr>
          <a:xfrm>
            <a:off x="1091375" y="2295624"/>
            <a:ext cx="7139601" cy="2545075"/>
          </a:xfrm>
          <a:prstGeom prst="rect">
            <a:avLst/>
          </a:prstGeom>
          <a:solidFill>
            <a:srgbClr val="000000">
              <a:alpha val="0"/>
            </a:srgbClr>
          </a:solid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1"/>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k-Means Clustering</a:t>
            </a:r>
            <a:endParaRPr/>
          </a:p>
        </p:txBody>
      </p:sp>
      <p:sp>
        <p:nvSpPr>
          <p:cNvPr id="146" name="Google Shape;146;p21"/>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7" name="Google Shape;147;p21"/>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148" name="Google Shape;148;p21"/>
          <p:cNvSpPr/>
          <p:nvPr/>
        </p:nvSpPr>
        <p:spPr>
          <a:xfrm>
            <a:off x="228600" y="1508670"/>
            <a:ext cx="8686800"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9" name="Google Shape;149;p21"/>
          <p:cNvSpPr/>
          <p:nvPr/>
        </p:nvSpPr>
        <p:spPr>
          <a:xfrm>
            <a:off x="2286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0" name="Google Shape;150;p21"/>
          <p:cNvSpPr txBox="1"/>
          <p:nvPr/>
        </p:nvSpPr>
        <p:spPr>
          <a:xfrm>
            <a:off x="228600" y="1508670"/>
            <a:ext cx="4190999" cy="1782663"/>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Definition:</a:t>
            </a:r>
            <a:r>
              <a:rPr b="0" i="0" lang="en-US" sz="1300" u="none" cap="none" strike="noStrike">
                <a:solidFill>
                  <a:srgbClr val="616161"/>
                </a:solidFill>
                <a:latin typeface="Proxima Nova"/>
                <a:ea typeface="Proxima Nova"/>
                <a:cs typeface="Proxima Nova"/>
                <a:sym typeface="Proxima Nova"/>
              </a:rPr>
              <a:t> k-Means clustering is a method of vector quantization that aims to partition n observations into k clusters in which each observation belongs to the cluster with the nearest mean.</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Application:</a:t>
            </a:r>
            <a:r>
              <a:rPr b="0" i="0" lang="en-US" sz="1300" u="none" cap="none" strike="noStrike">
                <a:solidFill>
                  <a:srgbClr val="616161"/>
                </a:solidFill>
                <a:latin typeface="Proxima Nova"/>
                <a:ea typeface="Proxima Nova"/>
                <a:cs typeface="Proxima Nova"/>
                <a:sym typeface="Proxima Nova"/>
              </a:rPr>
              <a:t> Used for market segmentation, document clustering, and image compression.</a:t>
            </a:r>
            <a:endParaRPr/>
          </a:p>
        </p:txBody>
      </p:sp>
      <p:sp>
        <p:nvSpPr>
          <p:cNvPr id="151" name="Google Shape;151;p21"/>
          <p:cNvSpPr/>
          <p:nvPr/>
        </p:nvSpPr>
        <p:spPr>
          <a:xfrm>
            <a:off x="47244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2" name="Google Shape;152;p21"/>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3" name="Google Shape;153;p21"/>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54" name="Google Shape;154;p21"/>
          <p:cNvPicPr preferRelativeResize="0"/>
          <p:nvPr/>
        </p:nvPicPr>
        <p:blipFill>
          <a:blip r:embed="rId3">
            <a:alphaModFix/>
          </a:blip>
          <a:stretch>
            <a:fillRect/>
          </a:stretch>
        </p:blipFill>
        <p:spPr>
          <a:xfrm>
            <a:off x="4419598" y="1340573"/>
            <a:ext cx="4574325" cy="230754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Example: Customer Segmentation</a:t>
            </a:r>
            <a:endParaRPr/>
          </a:p>
        </p:txBody>
      </p:sp>
      <p:sp>
        <p:nvSpPr>
          <p:cNvPr id="160" name="Google Shape;160;p22"/>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1" name="Google Shape;161;p22"/>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162" name="Google Shape;162;p22"/>
          <p:cNvSpPr/>
          <p:nvPr/>
        </p:nvSpPr>
        <p:spPr>
          <a:xfrm>
            <a:off x="228600" y="1508670"/>
            <a:ext cx="8686800"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3" name="Google Shape;163;p22"/>
          <p:cNvSpPr/>
          <p:nvPr/>
        </p:nvSpPr>
        <p:spPr>
          <a:xfrm>
            <a:off x="2286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4" name="Google Shape;164;p22"/>
          <p:cNvSpPr txBox="1"/>
          <p:nvPr/>
        </p:nvSpPr>
        <p:spPr>
          <a:xfrm>
            <a:off x="228600" y="1508670"/>
            <a:ext cx="4190999" cy="1729382"/>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Dataset:</a:t>
            </a:r>
            <a:r>
              <a:rPr b="0" i="0" lang="en-US" sz="1300" u="none" cap="none" strike="noStrike">
                <a:solidFill>
                  <a:srgbClr val="616161"/>
                </a:solidFill>
                <a:latin typeface="Proxima Nova"/>
                <a:ea typeface="Proxima Nova"/>
                <a:cs typeface="Proxima Nova"/>
                <a:sym typeface="Proxima Nova"/>
              </a:rPr>
              <a:t> Description of features like purchase history, demographics, etc.</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Algorithm:</a:t>
            </a:r>
            <a:r>
              <a:rPr b="0" i="0" lang="en-US" sz="1300" u="none" cap="none" strike="noStrike">
                <a:solidFill>
                  <a:srgbClr val="616161"/>
                </a:solidFill>
                <a:latin typeface="Proxima Nova"/>
                <a:ea typeface="Proxima Nova"/>
                <a:cs typeface="Proxima Nova"/>
                <a:sym typeface="Proxima Nova"/>
              </a:rPr>
              <a:t> k-Means clustering used to segment customers.</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Outcome:</a:t>
            </a:r>
            <a:r>
              <a:rPr b="0" i="0" lang="en-US" sz="1300" u="none" cap="none" strike="noStrike">
                <a:solidFill>
                  <a:srgbClr val="616161"/>
                </a:solidFill>
                <a:latin typeface="Proxima Nova"/>
                <a:ea typeface="Proxima Nova"/>
                <a:cs typeface="Proxima Nova"/>
                <a:sym typeface="Proxima Nova"/>
              </a:rPr>
              <a:t> The model identifies distinct customer groups for targeted marketing.</a:t>
            </a:r>
            <a:endParaRPr/>
          </a:p>
        </p:txBody>
      </p:sp>
      <p:sp>
        <p:nvSpPr>
          <p:cNvPr id="165" name="Google Shape;165;p22"/>
          <p:cNvSpPr/>
          <p:nvPr/>
        </p:nvSpPr>
        <p:spPr>
          <a:xfrm>
            <a:off x="47244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6" name="Google Shape;166;p22"/>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7" name="Google Shape;167;p22"/>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68" name="Google Shape;168;p22"/>
          <p:cNvPicPr preferRelativeResize="0"/>
          <p:nvPr/>
        </p:nvPicPr>
        <p:blipFill>
          <a:blip r:embed="rId3">
            <a:alphaModFix/>
          </a:blip>
          <a:stretch>
            <a:fillRect/>
          </a:stretch>
        </p:blipFill>
        <p:spPr>
          <a:xfrm>
            <a:off x="4331100" y="916988"/>
            <a:ext cx="4412700" cy="330951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63D297"/>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